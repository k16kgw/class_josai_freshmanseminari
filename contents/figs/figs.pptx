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8C42"/>
    <a:srgbClr val="FF6DF1"/>
    <a:srgbClr val="EA9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58"/>
  </p:normalViewPr>
  <p:slideViewPr>
    <p:cSldViewPr snapToGrid="0">
      <p:cViewPr>
        <p:scale>
          <a:sx n="111" d="100"/>
          <a:sy n="111" d="100"/>
        </p:scale>
        <p:origin x="38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51DC35-4236-3598-862C-03C9864BB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0871A6-66EF-F515-2A57-9DA65212B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89A86D-FBF6-C1BA-66CC-64F47FBE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904BFB-A8C6-C647-B46A-E501EC11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447251-20E1-3D42-3B80-4B51DBC3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05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C1ADB4-21BA-52BC-2E64-7109D62C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4C8113-D515-1742-7168-9129F8CB6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0CBFA9-6EF6-71B2-93AA-22E87282F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FF074F-9232-3A42-4BCB-52FA952F7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7DBAD7-6DA5-881E-CC91-63C281F06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6878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1618DF-DC6B-2412-253C-D7E648262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03B7D8-79AC-881C-8397-ADBBB50B4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1E04BA-3BEF-0ACE-9B44-3CEFA428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1D38F7-558F-122D-228B-808CB7E17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CB93C-AF4A-CF6E-FC6B-412E9852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2822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29DDD9-2FD7-0C7D-A73D-443B35169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822A8C-3679-9F00-2BBB-7C39E5F5B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31B435-6F68-15D9-89B2-C06D47F4A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180604-A08B-D536-2E2E-1EAF12FA1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C4C9F4-E2A5-A275-68B9-DD116623F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A4C084-6AFB-C02E-1CEF-0A3DE2B1E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394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9E1E0D-37AC-8189-2086-0B52E00D8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7E2E47-6384-35BD-D1D3-85AD5FEE2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2D4DCC-E87F-B4C5-E7B4-212C2001D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7B9F06B-CCB7-9D05-CE6F-F940F8FBF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3D29EB0-DB9A-6CE4-D1F7-8BE59866D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12CBCF4-0615-05E2-6DE2-4866C56C9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C1DBF25-1140-E8E1-37B0-3296BC236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27996E1-3AC2-F27F-D6E1-55337E14F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0958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ABC21C-79A0-DCDC-A3E8-1921254A9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662751-A2E5-F024-5C79-8AFC8AFED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55BBE8-7FE2-74F6-96BE-9539E4E7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45057B9-B0BB-E788-D2C3-1E7BB7C9C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430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79BD829-B85F-214B-F5DF-22355A3C9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00828D9-03F9-749E-D02B-0B4750D83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51102F-3BCB-A5C5-AA0D-EB9C2EC80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457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C7ACE-B31D-2D3F-615F-54DBC01C1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6B1180-3A36-3B16-A0B7-9AE043C02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6E2065-C308-08BE-49DF-2DAAE2806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3780B0-F159-743C-F033-3B10CDDF4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1D36E6-7B12-D452-F018-035C0DB6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5C2AD4-33F2-F7FB-383C-EBF31B7A6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5065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A9E2C8-F66D-0CCA-3B71-592B3DCCC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B1CEA24-1098-735B-42E1-6C7267E12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BBE5B4-F0BE-07B9-237A-F13763A5E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F0D4C0-141C-EB22-62BC-AE54FE0BC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8F0432-AF09-427C-C533-C4FE1AFE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012520-E835-1AF8-F4A9-A5BACA9C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529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C22C2D-F8D5-F780-8FD4-C800697F0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FF19F2-FBE2-E111-A79B-D7CA6B1A1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A5E2E0-C208-5A88-5106-338F0C05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2966A8-2CF4-A3C7-4EE0-7EE0488F0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62F6BB-77CA-044C-B51E-EFD4F06D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53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4B3B112-C97D-2D05-EEEA-C5541B4B48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B15402A-EBB3-CAC0-7F8F-54122D1E8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E125B4-FBFA-5398-C534-11D7BDEE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664E7C-E00C-45E0-A513-7E5297208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2CF124-08FD-A009-8E7C-8AD474130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674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4E2D5A2-9DFC-688F-CABA-695909E5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8F3703-0B7D-5F5B-7A4A-A60CF2D99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ABC2CF-ACD6-D4B0-0BC1-E133C037F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F6E39-3D6E-514F-AE84-E4684E1D813A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C3B0BC-F927-FB7A-D604-0854F4A8D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E6BFF8-B8DA-DD5F-85F3-AF22CF550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837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504B94-41B8-591B-83CA-99C27678FB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フレッシュマンセミナー</a:t>
            </a:r>
            <a:r>
              <a:rPr kumimoji="1" lang="en-US" altLang="ja-JP" dirty="0"/>
              <a:t>I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C83168A-91B7-C32B-3E28-A1CADE00BD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1097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A0A87CB-DB86-6235-FE7D-52A8E8FB2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993" y="1887220"/>
            <a:ext cx="3175000" cy="3175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840CEA7-3332-CD9B-A0C4-02132580A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993" y="1535528"/>
            <a:ext cx="3175000" cy="3175000"/>
          </a:xfrm>
          <a:prstGeom prst="rect">
            <a:avLst/>
          </a:prstGeom>
        </p:spPr>
      </p:pic>
      <p:sp>
        <p:nvSpPr>
          <p:cNvPr id="10" name="右矢印 9">
            <a:extLst>
              <a:ext uri="{FF2B5EF4-FFF2-40B4-BE49-F238E27FC236}">
                <a16:creationId xmlns:a16="http://schemas.microsoft.com/office/drawing/2014/main" id="{080A9260-3CFD-6CB2-EA07-6F71A34FEC8B}"/>
              </a:ext>
            </a:extLst>
          </p:cNvPr>
          <p:cNvSpPr/>
          <p:nvPr/>
        </p:nvSpPr>
        <p:spPr>
          <a:xfrm>
            <a:off x="3882683" y="3123028"/>
            <a:ext cx="4220308" cy="703384"/>
          </a:xfrm>
          <a:prstGeom prst="rightArrow">
            <a:avLst>
              <a:gd name="adj1" fmla="val 50000"/>
              <a:gd name="adj2" fmla="val 78721"/>
            </a:avLst>
          </a:prstGeom>
          <a:solidFill>
            <a:srgbClr val="1C8C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17461136-5094-C67A-0612-29354D49E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0">
            <a:off x="5139427" y="2496537"/>
            <a:ext cx="1706818" cy="125298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B1EADCB2-8034-2590-FD46-EB1FD3CADD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744"/>
          <a:stretch>
            <a:fillRect/>
          </a:stretch>
        </p:blipFill>
        <p:spPr>
          <a:xfrm>
            <a:off x="8026764" y="1331328"/>
            <a:ext cx="3729167" cy="1389321"/>
          </a:xfrm>
          <a:prstGeom prst="rect">
            <a:avLst/>
          </a:prstGeom>
        </p:spPr>
      </p:pic>
      <p:sp>
        <p:nvSpPr>
          <p:cNvPr id="14" name="円/楕円 13">
            <a:extLst>
              <a:ext uri="{FF2B5EF4-FFF2-40B4-BE49-F238E27FC236}">
                <a16:creationId xmlns:a16="http://schemas.microsoft.com/office/drawing/2014/main" id="{E6C96E43-4F0F-3B4B-F888-F83C41B8DDEB}"/>
              </a:ext>
            </a:extLst>
          </p:cNvPr>
          <p:cNvSpPr/>
          <p:nvPr/>
        </p:nvSpPr>
        <p:spPr>
          <a:xfrm>
            <a:off x="2211573" y="914401"/>
            <a:ext cx="1573618" cy="1562986"/>
          </a:xfrm>
          <a:prstGeom prst="ellipse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66F7EB8F-523A-1F1C-6680-7ED3FFB4A18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17160" y="1133497"/>
            <a:ext cx="1162443" cy="1124793"/>
          </a:xfrm>
          <a:prstGeom prst="rect">
            <a:avLst/>
          </a:prstGeom>
        </p:spPr>
      </p:pic>
      <p:sp>
        <p:nvSpPr>
          <p:cNvPr id="20" name="円/楕円 19">
            <a:extLst>
              <a:ext uri="{FF2B5EF4-FFF2-40B4-BE49-F238E27FC236}">
                <a16:creationId xmlns:a16="http://schemas.microsoft.com/office/drawing/2014/main" id="{3B576E2F-93BD-A855-6804-A5CB7BC87551}"/>
              </a:ext>
            </a:extLst>
          </p:cNvPr>
          <p:cNvSpPr/>
          <p:nvPr/>
        </p:nvSpPr>
        <p:spPr>
          <a:xfrm>
            <a:off x="8902585" y="896086"/>
            <a:ext cx="1573618" cy="1562986"/>
          </a:xfrm>
          <a:prstGeom prst="ellipse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5B9D0D7A-BC3A-EB35-29BD-B53A0ABA932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700000">
            <a:off x="9012615" y="1019653"/>
            <a:ext cx="1361023" cy="130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74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CB09-8FB0-C66F-7FBE-ED74D1D9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8DDC636-D573-0AEF-7F54-FA3FA28E7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379" y="1887220"/>
            <a:ext cx="3175000" cy="3175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A606AF5-B44F-439E-4920-CE094727A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6518" y="1535528"/>
            <a:ext cx="3175000" cy="3175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1021C27-076B-ECEE-EFBA-21CECAC43E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744"/>
          <a:stretch>
            <a:fillRect/>
          </a:stretch>
        </p:blipFill>
        <p:spPr>
          <a:xfrm>
            <a:off x="9314150" y="1331328"/>
            <a:ext cx="3729167" cy="1389321"/>
          </a:xfrm>
          <a:prstGeom prst="rect">
            <a:avLst/>
          </a:prstGeom>
        </p:spPr>
      </p:pic>
      <p:sp>
        <p:nvSpPr>
          <p:cNvPr id="14" name="円/楕円 13">
            <a:extLst>
              <a:ext uri="{FF2B5EF4-FFF2-40B4-BE49-F238E27FC236}">
                <a16:creationId xmlns:a16="http://schemas.microsoft.com/office/drawing/2014/main" id="{AF15DE18-6968-B6BF-5DB9-400E3D9E3470}"/>
              </a:ext>
            </a:extLst>
          </p:cNvPr>
          <p:cNvSpPr/>
          <p:nvPr/>
        </p:nvSpPr>
        <p:spPr>
          <a:xfrm>
            <a:off x="487062" y="914401"/>
            <a:ext cx="1573618" cy="1562986"/>
          </a:xfrm>
          <a:prstGeom prst="ellipse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8302D80F-F82C-BE3F-376A-39877F01313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2649" y="1133497"/>
            <a:ext cx="1162443" cy="1124793"/>
          </a:xfrm>
          <a:prstGeom prst="rect">
            <a:avLst/>
          </a:prstGeom>
        </p:spPr>
      </p:pic>
      <p:sp>
        <p:nvSpPr>
          <p:cNvPr id="20" name="円/楕円 19">
            <a:extLst>
              <a:ext uri="{FF2B5EF4-FFF2-40B4-BE49-F238E27FC236}">
                <a16:creationId xmlns:a16="http://schemas.microsoft.com/office/drawing/2014/main" id="{9373E2B9-76D3-05B1-A3D4-0F8963CF352C}"/>
              </a:ext>
            </a:extLst>
          </p:cNvPr>
          <p:cNvSpPr/>
          <p:nvPr/>
        </p:nvSpPr>
        <p:spPr>
          <a:xfrm>
            <a:off x="10189971" y="896086"/>
            <a:ext cx="1573618" cy="1562986"/>
          </a:xfrm>
          <a:prstGeom prst="ellipse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E6C5FB7D-24A7-26FE-C3B2-7DC762380B1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aintStrokes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00001" y="1019653"/>
            <a:ext cx="1361023" cy="1300411"/>
          </a:xfrm>
          <a:prstGeom prst="rect">
            <a:avLst/>
          </a:prstGeom>
        </p:spPr>
      </p:pic>
      <p:sp>
        <p:nvSpPr>
          <p:cNvPr id="6" name="右矢印 5">
            <a:extLst>
              <a:ext uri="{FF2B5EF4-FFF2-40B4-BE49-F238E27FC236}">
                <a16:creationId xmlns:a16="http://schemas.microsoft.com/office/drawing/2014/main" id="{4D7F6E8C-E57A-8B37-1CF8-B19F99E53CB8}"/>
              </a:ext>
            </a:extLst>
          </p:cNvPr>
          <p:cNvSpPr/>
          <p:nvPr/>
        </p:nvSpPr>
        <p:spPr>
          <a:xfrm>
            <a:off x="2034220" y="3077308"/>
            <a:ext cx="2659378" cy="703384"/>
          </a:xfrm>
          <a:prstGeom prst="rightArrow">
            <a:avLst>
              <a:gd name="adj1" fmla="val 50000"/>
              <a:gd name="adj2" fmla="val 78721"/>
            </a:avLst>
          </a:prstGeom>
          <a:solidFill>
            <a:srgbClr val="1C8C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457E9A49-E1DE-7BA5-0539-5B5BD1311FC5}"/>
              </a:ext>
            </a:extLst>
          </p:cNvPr>
          <p:cNvSpPr/>
          <p:nvPr/>
        </p:nvSpPr>
        <p:spPr>
          <a:xfrm>
            <a:off x="6894236" y="3077308"/>
            <a:ext cx="2659378" cy="703384"/>
          </a:xfrm>
          <a:prstGeom prst="rightArrow">
            <a:avLst>
              <a:gd name="adj1" fmla="val 50000"/>
              <a:gd name="adj2" fmla="val 78721"/>
            </a:avLst>
          </a:prstGeom>
          <a:solidFill>
            <a:srgbClr val="1C8C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943A1CFA-B396-484C-F4DC-2F31811B1406}"/>
              </a:ext>
            </a:extLst>
          </p:cNvPr>
          <p:cNvSpPr/>
          <p:nvPr/>
        </p:nvSpPr>
        <p:spPr>
          <a:xfrm>
            <a:off x="2748048" y="2228127"/>
            <a:ext cx="809704" cy="2401746"/>
          </a:xfrm>
          <a:prstGeom prst="roundRect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>
                <a:solidFill>
                  <a:srgbClr val="1C8C42"/>
                </a:solidFill>
              </a:rPr>
              <a:t>プロンプト</a:t>
            </a:r>
          </a:p>
        </p:txBody>
      </p:sp>
      <p:sp>
        <p:nvSpPr>
          <p:cNvPr id="15" name="大波 14">
            <a:extLst>
              <a:ext uri="{FF2B5EF4-FFF2-40B4-BE49-F238E27FC236}">
                <a16:creationId xmlns:a16="http://schemas.microsoft.com/office/drawing/2014/main" id="{F5DDCE99-4F11-AE5F-A7EC-E069385DA730}"/>
              </a:ext>
            </a:extLst>
          </p:cNvPr>
          <p:cNvSpPr/>
          <p:nvPr/>
        </p:nvSpPr>
        <p:spPr>
          <a:xfrm rot="4500000">
            <a:off x="7265615" y="2884633"/>
            <a:ext cx="1556519" cy="1088735"/>
          </a:xfrm>
          <a:prstGeom prst="wave">
            <a:avLst>
              <a:gd name="adj1" fmla="val 6416"/>
              <a:gd name="adj2" fmla="val -8314"/>
            </a:avLst>
          </a:prstGeom>
          <a:solidFill>
            <a:schemeClr val="bg1"/>
          </a:solidFill>
          <a:ln w="19050"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69E6358-27E4-0268-FE38-6DAAE9DE6C19}"/>
              </a:ext>
            </a:extLst>
          </p:cNvPr>
          <p:cNvCxnSpPr>
            <a:cxnSpLocks/>
          </p:cNvCxnSpPr>
          <p:nvPr/>
        </p:nvCxnSpPr>
        <p:spPr>
          <a:xfrm>
            <a:off x="7743463" y="2974356"/>
            <a:ext cx="451884" cy="0"/>
          </a:xfrm>
          <a:prstGeom prst="line">
            <a:avLst/>
          </a:prstGeom>
          <a:ln w="38100">
            <a:solidFill>
              <a:srgbClr val="1C8C4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90741583-8C68-5700-A1F1-A248AA0C0F58}"/>
              </a:ext>
            </a:extLst>
          </p:cNvPr>
          <p:cNvCxnSpPr>
            <a:cxnSpLocks/>
          </p:cNvCxnSpPr>
          <p:nvPr/>
        </p:nvCxnSpPr>
        <p:spPr>
          <a:xfrm>
            <a:off x="7803266" y="3126756"/>
            <a:ext cx="451884" cy="0"/>
          </a:xfrm>
          <a:prstGeom prst="line">
            <a:avLst/>
          </a:prstGeom>
          <a:ln w="38100">
            <a:solidFill>
              <a:srgbClr val="1C8C4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FBF69CB3-8A76-5DD8-F9B9-FFB7872A614A}"/>
              </a:ext>
            </a:extLst>
          </p:cNvPr>
          <p:cNvCxnSpPr>
            <a:cxnSpLocks/>
          </p:cNvCxnSpPr>
          <p:nvPr/>
        </p:nvCxnSpPr>
        <p:spPr>
          <a:xfrm>
            <a:off x="7837989" y="3277225"/>
            <a:ext cx="451884" cy="0"/>
          </a:xfrm>
          <a:prstGeom prst="line">
            <a:avLst/>
          </a:prstGeom>
          <a:ln w="38100">
            <a:solidFill>
              <a:srgbClr val="1C8C4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5" name="図 24">
            <a:extLst>
              <a:ext uri="{FF2B5EF4-FFF2-40B4-BE49-F238E27FC236}">
                <a16:creationId xmlns:a16="http://schemas.microsoft.com/office/drawing/2014/main" id="{30A47E32-4E51-3DFD-2A54-66D94E6FE7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7042" y="1525753"/>
            <a:ext cx="2021226" cy="202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89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1A1C-E76F-68E8-98CE-79EE917AE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D1718B6-CADD-0F75-5F8D-50CABEFFD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993" y="1535528"/>
            <a:ext cx="3175000" cy="3175000"/>
          </a:xfrm>
          <a:prstGeom prst="rect">
            <a:avLst/>
          </a:prstGeom>
        </p:spPr>
      </p:pic>
      <p:sp>
        <p:nvSpPr>
          <p:cNvPr id="10" name="右矢印 9">
            <a:extLst>
              <a:ext uri="{FF2B5EF4-FFF2-40B4-BE49-F238E27FC236}">
                <a16:creationId xmlns:a16="http://schemas.microsoft.com/office/drawing/2014/main" id="{FBC2BC71-217D-6A1A-F57E-7E462B1D4BC8}"/>
              </a:ext>
            </a:extLst>
          </p:cNvPr>
          <p:cNvSpPr/>
          <p:nvPr/>
        </p:nvSpPr>
        <p:spPr>
          <a:xfrm>
            <a:off x="3882683" y="3123028"/>
            <a:ext cx="4220308" cy="703384"/>
          </a:xfrm>
          <a:prstGeom prst="rightArrow">
            <a:avLst>
              <a:gd name="adj1" fmla="val 50000"/>
              <a:gd name="adj2" fmla="val 78721"/>
            </a:avLst>
          </a:prstGeom>
          <a:solidFill>
            <a:srgbClr val="1C8C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2862E340-4127-0534-F90C-2C0A62ADAC73}"/>
              </a:ext>
            </a:extLst>
          </p:cNvPr>
          <p:cNvSpPr/>
          <p:nvPr/>
        </p:nvSpPr>
        <p:spPr>
          <a:xfrm>
            <a:off x="2211573" y="914401"/>
            <a:ext cx="1573618" cy="1562986"/>
          </a:xfrm>
          <a:prstGeom prst="ellipse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22B7F65A-8D6F-F2B5-F52D-E028707C2BC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17160" y="1133497"/>
            <a:ext cx="1162443" cy="1124793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0A699E14-6ADF-5D8D-42D6-FA0C66C6C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007" y="1535528"/>
            <a:ext cx="3175000" cy="3175000"/>
          </a:xfrm>
          <a:prstGeom prst="rect">
            <a:avLst/>
          </a:prstGeom>
        </p:spPr>
      </p:pic>
      <p:sp>
        <p:nvSpPr>
          <p:cNvPr id="3" name="円/楕円 2">
            <a:extLst>
              <a:ext uri="{FF2B5EF4-FFF2-40B4-BE49-F238E27FC236}">
                <a16:creationId xmlns:a16="http://schemas.microsoft.com/office/drawing/2014/main" id="{E543F68C-07C7-25F3-72AF-93F2C7215A19}"/>
              </a:ext>
            </a:extLst>
          </p:cNvPr>
          <p:cNvSpPr/>
          <p:nvPr/>
        </p:nvSpPr>
        <p:spPr>
          <a:xfrm>
            <a:off x="8184252" y="885453"/>
            <a:ext cx="1573618" cy="1562986"/>
          </a:xfrm>
          <a:prstGeom prst="ellipse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0AF4E51-7E3C-4C17-649C-0B1164C87E4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700000">
            <a:off x="8294282" y="1009020"/>
            <a:ext cx="1361023" cy="1300411"/>
          </a:xfrm>
          <a:prstGeom prst="rect">
            <a:avLst/>
          </a:prstGeom>
        </p:spPr>
      </p:pic>
      <p:sp>
        <p:nvSpPr>
          <p:cNvPr id="8" name="角丸四角形 7">
            <a:extLst>
              <a:ext uri="{FF2B5EF4-FFF2-40B4-BE49-F238E27FC236}">
                <a16:creationId xmlns:a16="http://schemas.microsoft.com/office/drawing/2014/main" id="{2D58AC4F-4E82-DC69-5258-5EAEACC415B5}"/>
              </a:ext>
            </a:extLst>
          </p:cNvPr>
          <p:cNvSpPr/>
          <p:nvPr/>
        </p:nvSpPr>
        <p:spPr>
          <a:xfrm>
            <a:off x="5079010" y="2258290"/>
            <a:ext cx="1452195" cy="2339163"/>
          </a:xfrm>
          <a:prstGeom prst="roundRect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b="1">
                <a:solidFill>
                  <a:srgbClr val="1C8C42"/>
                </a:solidFill>
              </a:rPr>
              <a:t>声</a:t>
            </a:r>
            <a:endParaRPr kumimoji="1" lang="en-US" altLang="ja-JP" sz="4000" b="1" dirty="0">
              <a:solidFill>
                <a:srgbClr val="1C8C42"/>
              </a:solidFill>
            </a:endParaRPr>
          </a:p>
          <a:p>
            <a:pPr algn="ctr"/>
            <a:r>
              <a:rPr lang="ja-JP" altLang="en-US" sz="4000" b="1">
                <a:solidFill>
                  <a:srgbClr val="1C8C42"/>
                </a:solidFill>
              </a:rPr>
              <a:t>表情</a:t>
            </a:r>
            <a:endParaRPr lang="en-US" altLang="ja-JP" sz="4000" b="1" dirty="0">
              <a:solidFill>
                <a:srgbClr val="1C8C42"/>
              </a:solidFill>
            </a:endParaRPr>
          </a:p>
          <a:p>
            <a:pPr algn="ctr"/>
            <a:r>
              <a:rPr kumimoji="1" lang="ja-JP" altLang="en-US" sz="4000" b="1">
                <a:solidFill>
                  <a:srgbClr val="1C8C42"/>
                </a:solidFill>
              </a:rPr>
              <a:t>仕草</a:t>
            </a:r>
          </a:p>
        </p:txBody>
      </p:sp>
    </p:spTree>
    <p:extLst>
      <p:ext uri="{BB962C8B-B14F-4D97-AF65-F5344CB8AC3E}">
        <p14:creationId xmlns:p14="http://schemas.microsoft.com/office/powerpoint/2010/main" val="344801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大波 3">
            <a:extLst>
              <a:ext uri="{FF2B5EF4-FFF2-40B4-BE49-F238E27FC236}">
                <a16:creationId xmlns:a16="http://schemas.microsoft.com/office/drawing/2014/main" id="{6F0BE1BB-30E7-FDEB-7E37-7392D0F267CB}"/>
              </a:ext>
            </a:extLst>
          </p:cNvPr>
          <p:cNvSpPr/>
          <p:nvPr/>
        </p:nvSpPr>
        <p:spPr>
          <a:xfrm rot="4500000">
            <a:off x="3976577" y="1467293"/>
            <a:ext cx="3997842" cy="2796363"/>
          </a:xfrm>
          <a:prstGeom prst="wave">
            <a:avLst>
              <a:gd name="adj1" fmla="val 6416"/>
              <a:gd name="adj2" fmla="val -8314"/>
            </a:avLst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5704895-9A2F-C5E2-30DB-5D2B184FB782}"/>
              </a:ext>
            </a:extLst>
          </p:cNvPr>
          <p:cNvCxnSpPr/>
          <p:nvPr/>
        </p:nvCxnSpPr>
        <p:spPr>
          <a:xfrm>
            <a:off x="5098312" y="2812311"/>
            <a:ext cx="175437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426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2D166-33C4-A4E7-4BC1-F4C67DD97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B54A5A5-5B09-7C51-A05A-86A15E258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28" y="653143"/>
            <a:ext cx="5800831" cy="323396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1CF67DE-902B-21FE-AB1D-D68A3C70D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17" y="1567543"/>
            <a:ext cx="775816" cy="1169306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E1233AA-368F-60FE-D726-852CB57A8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29" y="4085865"/>
            <a:ext cx="1219200" cy="1837572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9EA4065-FFC6-C429-BEA5-3C7C20541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629" y="3747351"/>
            <a:ext cx="2576098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768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EB522-9DDE-4175-49BD-69997401D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4622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2188</TotalTime>
  <Words>6</Words>
  <Application>Microsoft Macintosh PowerPoint</Application>
  <PresentationFormat>ワイド画面</PresentationFormat>
  <Paragraphs>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フレッシュマンセミナーI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kkagawa</dc:creator>
  <cp:lastModifiedBy>kkagawa</cp:lastModifiedBy>
  <cp:revision>6</cp:revision>
  <dcterms:created xsi:type="dcterms:W3CDTF">2026-05-20T00:35:16Z</dcterms:created>
  <dcterms:modified xsi:type="dcterms:W3CDTF">2026-05-21T13:12:20Z</dcterms:modified>
</cp:coreProperties>
</file>